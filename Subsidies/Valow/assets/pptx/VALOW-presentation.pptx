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1" r:id="rId6"/>
    <p:sldId id="274" r:id="rId7"/>
    <p:sldId id="265" r:id="rId8"/>
    <p:sldId id="266" r:id="rId9"/>
    <p:sldId id="275" r:id="rId10"/>
    <p:sldId id="267" r:id="rId11"/>
    <p:sldId id="270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D3AF10-EA54-41E4-92F9-9E1BAB21944C}" v="8" dt="2026-07-10T00:52:07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DB490-A512-4924-9361-0B5B8BA4C6AD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09C00-82D5-4E86-8F2F-BC1664FBC2C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372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09C00-82D5-4E86-8F2F-BC1664FBC2CB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556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DF8A-9867-3D40-7480-3372C28C3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A3B52-3950-A3E2-2299-DA53CB4EF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2F5C5-E173-6532-8208-D81E884E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76E6B-9A24-8A51-1237-1C9D56EE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763DB-DE01-E2F9-0C05-3AE98A43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782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EDCCE-D7C3-E184-1A61-8B28CC7D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FB19C-B04A-831A-FC67-BC191DC12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8F6C9-AA57-3110-7B0C-F4E0F882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973A-48EF-3D9F-94C9-BAC69C4D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0C2F6-C094-A10B-E563-A2AADB34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153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2948-4A9D-08FE-3B50-4AB1464F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462D0-F3D7-7953-E36E-9255D7BF1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0C84-E952-5396-356D-40B1DDC5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95D28-0C26-C8FB-C319-5E39862FC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A7C45-E447-F83F-1806-1D7769E9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817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4C0C-0742-454A-736E-CED3E03A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BDF4-4DD1-C4C0-8819-7CE40AE80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4FE2A-E798-6EA5-2023-BCBDD38B6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BF3BF-65FF-362D-1206-B23AA3D7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E232C-05F0-DBEC-FB31-DF12FF78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DE390-7520-2CE5-2027-B2E238B2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262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5CBD-FE80-1498-FF65-A66ABD69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1A5D7-6439-D64D-E25A-8BE19FE27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51AF2-F0CB-81AE-BE90-16E021496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EA8A2-9D1E-750B-A0D3-9375080EE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430C2-270F-9CF9-3CAD-1EB9B374B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E3DB0-781E-9854-F7B2-8BAF485C2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9F1B9-2FA6-8F53-29B2-CF61A2EC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D2AD8-7DF1-309D-3207-AB1386B2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150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F0B9-6373-C562-7107-1D3AA4A1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93A11-658F-BD03-335A-66488B6A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692AF-FF0A-4802-273E-BDA392EC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8F455-7C59-C9FA-3D1A-1AF425BE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172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5B9E7-3763-DAA5-5DF3-7DE7E46F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30B38-EA69-2A8D-56FB-59BEBE839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A86EE-1E6D-B2F6-1162-6AD1E2D9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0006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ED9C-EEB7-C062-0B17-99F951C7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12BE-2BDD-91DC-2C89-1DA702796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1A5F6-9499-2774-C578-CB6B118E3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4B217-8859-D421-18A9-D7700EBD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7E604-76F0-0DB7-B6B0-A1A0F440D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03F49-EA5A-0115-6285-1473A851B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5184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0AA9-A9EA-FCB8-6C84-95E33C4F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DD91C-B12C-9D75-5FA4-6460F0000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FD0CA-94A4-3725-CDDC-36B518AF4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0ED02-B0C5-0972-AC0F-253C2C4D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BED33-5E47-6957-041A-31E99812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EEDDA-0E0E-052D-0F7E-19DBA274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751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7AFE-A2EE-9A8B-6D89-64F37F183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CA4F3-D5C7-F970-0703-95EE426B2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09963-4A0E-5AB7-A0C1-A501FC9F0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52943-72E9-DEAC-AA42-5EA0DA20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2088F-503C-19B0-97C4-75F9E186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13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15873-202B-4B50-82D2-D244ADD97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E123C-BA42-E723-7331-B5EDEBCA6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236A5-273C-4704-39FD-928A916D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23D35-1087-9B3D-ACB0-D1E96EB3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F4C38-C366-9D8D-086C-F83FDD90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468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6BCBE-F172-61AE-7680-1C237A19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53748-A8D9-0484-8B87-E3127A670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F2C0-6102-015F-C848-2044B9ACC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DECDF-C7D9-40E4-8F79-B3D5D7BFF4BF}" type="datetimeFigureOut">
              <a:rPr lang="en-ZA" smtClean="0"/>
              <a:t>2026/07/10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E44F-AB9A-F7CC-3759-D05B4895D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198C-2414-7CE4-05E4-98EABFD82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7468F-B9D8-4EDA-A289-D31550BB579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220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D346-65DE-EC42-4A73-0AB4F4E69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VALOW.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9A91F-8704-3D77-047B-DE2840E5B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Brush Script MT" panose="03060802040406070304" pitchFamily="66" charset="0"/>
              </a:rPr>
              <a:t>VALOW. only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6214D-3950-6EB1-EB49-599D18110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19" y="1202480"/>
            <a:ext cx="3835887" cy="32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3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222F-77D3-2A00-80E7-49B8EBEF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137"/>
            <a:ext cx="10515600" cy="1325563"/>
          </a:xfrm>
        </p:spPr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68D1-8D79-938C-2E36-B841EA48C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3"/>
            <a:ext cx="10515600" cy="4866967"/>
          </a:xfrm>
        </p:spPr>
        <p:txBody>
          <a:bodyPr>
            <a:normAutofit/>
          </a:bodyPr>
          <a:lstStyle/>
          <a:p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VALOW.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South African streetwear clothing brand established in 2026 to inspire a generation facing pressure, uncertainty, and everyday challenges. The brand represents confidence, ambition, faith, and resilience, encouraging individuals to remain true to themselves while pursuing a better future. 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on the belief that </a:t>
            </a:r>
            <a:r>
              <a:rPr lang="en-ZA" sz="2400" dirty="0">
                <a:solidFill>
                  <a:schemeClr val="bg1"/>
                </a:solidFill>
                <a:latin typeface="Freestyle Script" panose="030804020302050B04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“VALOW. Isn’t about where you come from… it’s about whom you choose to become,”  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brand aims to create more than clothing. Its aims to build a community driven by purpose and self-belief.</a:t>
            </a:r>
          </a:p>
          <a:p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VALOW. 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offers affordable premium-quality streetwear, including T-shirts, hoodies and sweaters designed for both men and women. 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operates as an online shop during its launch phase, providing nationwide delivery across South Africa through PAXI. This approach allows </a:t>
            </a:r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VALOW. 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reach customers efficiently while keeping operating costs low during its early stages of growth.</a:t>
            </a:r>
          </a:p>
          <a:p>
            <a:endParaRPr lang="en-ZA" sz="2400" dirty="0">
              <a:solidFill>
                <a:schemeClr val="bg1"/>
              </a:solidFill>
              <a:latin typeface="Franklin Gothic Heavy" panose="020B0903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21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10DF-4483-31CB-40CF-12261C404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Brand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198C8-B8AB-AC85-9879-8CC9B1B8D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VALOW.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created for a generation facing pressure, uncertainty, and everyday struggles. </a:t>
            </a:r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VALOW.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represents the strength it takes to keep moving forward, no matter the situation. The brand stands for confidence, ambition, faith, and the mindset of overcoming obstacles while staying true </a:t>
            </a:r>
            <a:r>
              <a:rPr lang="en-ZA" sz="24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yourself.</a:t>
            </a:r>
            <a:endParaRPr lang="en-ZA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than a clothing brand, </a:t>
            </a:r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VALOW. 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symbol of perseverance for the dreamers, the risk takers, the survivors, and anyone working to become better than yesterday.</a:t>
            </a:r>
          </a:p>
          <a:p>
            <a:endParaRPr lang="en-ZA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ZA" dirty="0">
                <a:solidFill>
                  <a:schemeClr val="bg1"/>
                </a:solidFill>
                <a:latin typeface="Freestyle Script" panose="030804020302050B04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VALOW. isn’t about where you come from… It’s about who you choose to become.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5838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0EDA-4A9D-A81A-FD06-CBD2623B6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Problem and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8403-A38E-04CF-9CDA-850DD8497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</a:p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Offer generic designs that don’t stand out.</a:t>
            </a:r>
          </a:p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Fail to build a loyal community around the brand.</a:t>
            </a:r>
          </a:p>
          <a:p>
            <a:pPr>
              <a:buFontTx/>
              <a:buChar char="-"/>
            </a:pP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 high-quality clothing at prices many young people can’t afford.</a:t>
            </a:r>
          </a:p>
          <a:p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Solutions</a:t>
            </a:r>
          </a:p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VALOW. 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provide: </a:t>
            </a:r>
          </a:p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Modern, high-quality streetwear with unique designs.</a:t>
            </a:r>
          </a:p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Premium-looking clothing at competitive prices.</a:t>
            </a:r>
          </a:p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 customer-focused experience through social media engagement and excellent service.</a:t>
            </a:r>
          </a:p>
          <a:p>
            <a:pPr marL="0" indent="0">
              <a:buNone/>
            </a:pPr>
            <a:endParaRPr lang="en-ZA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7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0B20-A853-6BBE-90B7-B153E6C7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C0CE4-B5F1-5AA7-7DEE-718207C61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solidFill>
                  <a:schemeClr val="bg1"/>
                </a:solidFill>
              </a:rPr>
              <a:t>The clothing industry in South Africa continues to grow as more consumers shop online and support local brands.</a:t>
            </a:r>
          </a:p>
          <a:p>
            <a:endParaRPr lang="en-ZA" sz="2400" dirty="0">
              <a:solidFill>
                <a:schemeClr val="bg1"/>
              </a:solidFill>
            </a:endParaRPr>
          </a:p>
          <a:p>
            <a:r>
              <a:rPr lang="en-ZA" sz="2400" dirty="0">
                <a:solidFill>
                  <a:schemeClr val="bg1"/>
                </a:solidFill>
              </a:rPr>
              <a:t>Competitive Advantage</a:t>
            </a:r>
          </a:p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VALOW. </a:t>
            </a:r>
            <a:r>
              <a:rPr lang="en-ZA" sz="2400" dirty="0">
                <a:solidFill>
                  <a:schemeClr val="bg1"/>
                </a:solidFill>
              </a:rPr>
              <a:t>aims to compete by:</a:t>
            </a:r>
          </a:p>
          <a:p>
            <a:pPr>
              <a:buFontTx/>
              <a:buChar char="-"/>
            </a:pPr>
            <a:r>
              <a:rPr lang="en-ZA" sz="2400" dirty="0">
                <a:solidFill>
                  <a:schemeClr val="bg1"/>
                </a:solidFill>
              </a:rPr>
              <a:t>Building a memorable brand rather than only selling clothes.</a:t>
            </a:r>
          </a:p>
          <a:p>
            <a:pPr>
              <a:buFontTx/>
              <a:buChar char="-"/>
            </a:pPr>
            <a:r>
              <a:rPr lang="en-ZA" sz="2400" dirty="0">
                <a:solidFill>
                  <a:schemeClr val="bg1"/>
                </a:solidFill>
              </a:rPr>
              <a:t>Using strong storytelling and social media.</a:t>
            </a:r>
          </a:p>
          <a:p>
            <a:pPr>
              <a:buFontTx/>
              <a:buChar char="-"/>
            </a:pPr>
            <a:r>
              <a:rPr lang="en-ZA" sz="2400" dirty="0">
                <a:solidFill>
                  <a:schemeClr val="bg1"/>
                </a:solidFill>
              </a:rPr>
              <a:t>Offering quality at an accessible price.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3595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DD9F-D008-8F96-AB31-1E53AC2CB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CCB3-2F11-ED34-AC0F-EB1FE4928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5562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B5F9-FC11-2414-38AE-E8624C26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7659E-3C11-333B-83D8-EF3836C02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939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VALOW. </a:t>
            </a:r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generate revenue through: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media sales.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Pop-up shops and events.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Direct-to-customer sales through WhatsApp.</a:t>
            </a:r>
          </a:p>
          <a:p>
            <a:pPr marL="0" indent="0">
              <a:buNone/>
            </a:pPr>
            <a:endParaRPr lang="en-ZA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ZA" sz="24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Streams: 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T-shirts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Hoodies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Sweaters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Trackpants</a:t>
            </a:r>
          </a:p>
          <a:p>
            <a:pPr marL="0" indent="0">
              <a:buNone/>
            </a:pPr>
            <a:endParaRPr lang="en-ZA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ZA" sz="24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76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A020-E2B8-029F-0BF4-78CCFC128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Marketing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27D50-D3F4-6B96-B6E0-210FE7F7D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817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Media: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TikTok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Instagram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Facebook</a:t>
            </a:r>
          </a:p>
          <a:p>
            <a:pPr marL="0" indent="0">
              <a:buNone/>
            </a:pPr>
            <a:endParaRPr lang="en-ZA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ZA" sz="24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Content: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Launches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reviews 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Styling videos </a:t>
            </a:r>
          </a:p>
        </p:txBody>
      </p:sp>
    </p:spTree>
    <p:extLst>
      <p:ext uri="{BB962C8B-B14F-4D97-AF65-F5344CB8AC3E}">
        <p14:creationId xmlns:p14="http://schemas.microsoft.com/office/powerpoint/2010/main" val="1725336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091E-4B4E-61C8-6A00-846D976C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Marketing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A5BF-677B-E1E9-8FBD-8363CCC21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329"/>
            <a:ext cx="10515600" cy="4613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u="sng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Promotions: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discounts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Referral rewards</a:t>
            </a:r>
          </a:p>
          <a:p>
            <a:r>
              <a:rPr lang="en-ZA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sales</a:t>
            </a:r>
          </a:p>
        </p:txBody>
      </p:sp>
    </p:spTree>
    <p:extLst>
      <p:ext uri="{BB962C8B-B14F-4D97-AF65-F5344CB8AC3E}">
        <p14:creationId xmlns:p14="http://schemas.microsoft.com/office/powerpoint/2010/main" val="1538794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3CEE-8E02-7754-B285-A41210EA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Operations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6C289-B9F1-B1AD-E4DA-73975C2A2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ZA" b="1" dirty="0"/>
              <a:t>VALOW Operations Plan (Summary)</a:t>
            </a:r>
          </a:p>
          <a:p>
            <a:r>
              <a:rPr lang="en-ZA" dirty="0">
                <a:solidFill>
                  <a:schemeClr val="bg1"/>
                </a:solidFill>
              </a:rPr>
              <a:t>Operate mainly as an </a:t>
            </a:r>
            <a:r>
              <a:rPr lang="en-ZA" b="1" dirty="0">
                <a:solidFill>
                  <a:schemeClr val="bg1"/>
                </a:solidFill>
              </a:rPr>
              <a:t>online streetwear clothing brand</a:t>
            </a:r>
            <a:r>
              <a:rPr lang="en-ZA" dirty="0">
                <a:solidFill>
                  <a:schemeClr val="bg1"/>
                </a:solidFill>
              </a:rPr>
              <a:t>. </a:t>
            </a:r>
          </a:p>
          <a:p>
            <a:r>
              <a:rPr lang="en-ZA" dirty="0">
                <a:solidFill>
                  <a:schemeClr val="bg1"/>
                </a:solidFill>
              </a:rPr>
              <a:t>Start with </a:t>
            </a:r>
            <a:r>
              <a:rPr lang="en-ZA" b="1" dirty="0">
                <a:solidFill>
                  <a:schemeClr val="bg1"/>
                </a:solidFill>
              </a:rPr>
              <a:t>limited drops</a:t>
            </a:r>
            <a:r>
              <a:rPr lang="en-ZA" dirty="0">
                <a:solidFill>
                  <a:schemeClr val="bg1"/>
                </a:solidFill>
              </a:rPr>
              <a:t> or </a:t>
            </a:r>
            <a:r>
              <a:rPr lang="en-ZA" b="1" dirty="0">
                <a:solidFill>
                  <a:schemeClr val="bg1"/>
                </a:solidFill>
              </a:rPr>
              <a:t>made-to-order</a:t>
            </a:r>
            <a:r>
              <a:rPr lang="en-ZA" dirty="0">
                <a:solidFill>
                  <a:schemeClr val="bg1"/>
                </a:solidFill>
              </a:rPr>
              <a:t> products to reduce costs and avoid excess stock. </a:t>
            </a:r>
          </a:p>
          <a:p>
            <a:r>
              <a:rPr lang="en-ZA" dirty="0">
                <a:solidFill>
                  <a:schemeClr val="bg1"/>
                </a:solidFill>
              </a:rPr>
              <a:t>Source </a:t>
            </a:r>
            <a:r>
              <a:rPr lang="en-ZA" b="1" dirty="0">
                <a:solidFill>
                  <a:schemeClr val="bg1"/>
                </a:solidFill>
              </a:rPr>
              <a:t>high-quality 100% cotton garments</a:t>
            </a:r>
            <a:r>
              <a:rPr lang="en-ZA" dirty="0">
                <a:solidFill>
                  <a:schemeClr val="bg1"/>
                </a:solidFill>
              </a:rPr>
              <a:t> and materials from reliable suppliers. </a:t>
            </a:r>
          </a:p>
          <a:p>
            <a:r>
              <a:rPr lang="en-ZA" dirty="0">
                <a:solidFill>
                  <a:schemeClr val="bg1"/>
                </a:solidFill>
              </a:rPr>
              <a:t>Design, print/embroider, inspect, package, and deliver each product. </a:t>
            </a:r>
          </a:p>
          <a:p>
            <a:r>
              <a:rPr lang="en-ZA" dirty="0">
                <a:solidFill>
                  <a:schemeClr val="bg1"/>
                </a:solidFill>
              </a:rPr>
              <a:t>Maintain </a:t>
            </a:r>
            <a:r>
              <a:rPr lang="en-ZA" b="1" dirty="0">
                <a:solidFill>
                  <a:schemeClr val="bg1"/>
                </a:solidFill>
              </a:rPr>
              <a:t>strict quality control</a:t>
            </a:r>
            <a:r>
              <a:rPr lang="en-ZA" dirty="0">
                <a:solidFill>
                  <a:schemeClr val="bg1"/>
                </a:solidFill>
              </a:rPr>
              <a:t> by checking every item before shipping. </a:t>
            </a:r>
          </a:p>
          <a:p>
            <a:r>
              <a:rPr lang="en-ZA" dirty="0">
                <a:solidFill>
                  <a:schemeClr val="bg1"/>
                </a:solidFill>
              </a:rPr>
              <a:t>Keep accurate inventory records and restock based on customer demand. </a:t>
            </a:r>
          </a:p>
          <a:p>
            <a:r>
              <a:rPr lang="en-ZA" dirty="0">
                <a:solidFill>
                  <a:schemeClr val="bg1"/>
                </a:solidFill>
              </a:rPr>
              <a:t>Use a </a:t>
            </a:r>
            <a:r>
              <a:rPr lang="en-ZA" b="1" dirty="0">
                <a:solidFill>
                  <a:schemeClr val="bg1"/>
                </a:solidFill>
              </a:rPr>
              <a:t>website, social media, inventory software, and accounting software</a:t>
            </a:r>
            <a:r>
              <a:rPr lang="en-ZA" dirty="0">
                <a:solidFill>
                  <a:schemeClr val="bg1"/>
                </a:solidFill>
              </a:rPr>
              <a:t> to manage operations. </a:t>
            </a:r>
          </a:p>
          <a:p>
            <a:r>
              <a:rPr lang="en-ZA" dirty="0">
                <a:solidFill>
                  <a:schemeClr val="bg1"/>
                </a:solidFill>
              </a:rPr>
              <a:t>Deliver orders through trusted courier services across South Africa. </a:t>
            </a:r>
          </a:p>
          <a:p>
            <a:r>
              <a:rPr lang="en-ZA" dirty="0">
                <a:solidFill>
                  <a:schemeClr val="bg1"/>
                </a:solidFill>
              </a:rPr>
              <a:t>Provide </a:t>
            </a:r>
            <a:r>
              <a:rPr lang="en-ZA" b="1" dirty="0">
                <a:solidFill>
                  <a:schemeClr val="bg1"/>
                </a:solidFill>
              </a:rPr>
              <a:t>fast customer support</a:t>
            </a:r>
            <a:r>
              <a:rPr lang="en-ZA" dirty="0">
                <a:solidFill>
                  <a:schemeClr val="bg1"/>
                </a:solidFill>
              </a:rPr>
              <a:t> and handle returns or exchanges professionally. </a:t>
            </a:r>
          </a:p>
          <a:p>
            <a:r>
              <a:rPr lang="en-ZA" dirty="0">
                <a:solidFill>
                  <a:schemeClr val="bg1"/>
                </a:solidFill>
              </a:rPr>
              <a:t>Initially operate with the founder managing the business, then hire staff as the brand grows. </a:t>
            </a:r>
          </a:p>
          <a:p>
            <a:r>
              <a:rPr lang="en-ZA" dirty="0">
                <a:solidFill>
                  <a:schemeClr val="bg1"/>
                </a:solidFill>
              </a:rPr>
              <a:t>Focus on </a:t>
            </a:r>
            <a:r>
              <a:rPr lang="en-ZA" b="1" dirty="0">
                <a:solidFill>
                  <a:schemeClr val="bg1"/>
                </a:solidFill>
              </a:rPr>
              <a:t>quality, efficiency, customer satisfaction, and sustainable growth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010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76DD-CBA9-8F03-3E02-D1A9EAB3A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306131"/>
            <a:ext cx="10515600" cy="1325563"/>
          </a:xfrm>
        </p:spPr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6A8D6-4BB4-D50C-A5D2-2D8E26B3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Long-Term Vision for VALOW</a:t>
            </a:r>
          </a:p>
          <a:p>
            <a:r>
              <a:rPr lang="en-ZA" b="1" dirty="0">
                <a:solidFill>
                  <a:schemeClr val="bg1"/>
                </a:solidFill>
              </a:rPr>
              <a:t>Year 1</a:t>
            </a:r>
            <a:endParaRPr lang="en-ZA" dirty="0">
              <a:solidFill>
                <a:schemeClr val="bg1"/>
              </a:solidFill>
            </a:endParaRPr>
          </a:p>
          <a:p>
            <a:r>
              <a:rPr lang="en-ZA" dirty="0">
                <a:solidFill>
                  <a:schemeClr val="bg1"/>
                </a:solidFill>
              </a:rPr>
              <a:t>Build brand awareness. </a:t>
            </a:r>
          </a:p>
          <a:p>
            <a:r>
              <a:rPr lang="en-ZA" dirty="0">
                <a:solidFill>
                  <a:schemeClr val="bg1"/>
                </a:solidFill>
              </a:rPr>
              <a:t>Sell out every drop. </a:t>
            </a:r>
          </a:p>
          <a:p>
            <a:r>
              <a:rPr lang="en-ZA" dirty="0">
                <a:solidFill>
                  <a:schemeClr val="bg1"/>
                </a:solidFill>
              </a:rPr>
              <a:t>Develop a loyal community. </a:t>
            </a:r>
          </a:p>
          <a:p>
            <a:r>
              <a:rPr lang="en-ZA" b="1" dirty="0">
                <a:solidFill>
                  <a:schemeClr val="bg1"/>
                </a:solidFill>
              </a:rPr>
              <a:t>Year 2</a:t>
            </a:r>
            <a:endParaRPr lang="en-ZA" dirty="0">
              <a:solidFill>
                <a:schemeClr val="bg1"/>
              </a:solidFill>
            </a:endParaRPr>
          </a:p>
          <a:p>
            <a:r>
              <a:rPr lang="en-ZA" dirty="0">
                <a:solidFill>
                  <a:schemeClr val="bg1"/>
                </a:solidFill>
              </a:rPr>
              <a:t>Launch a full streetwear collection. </a:t>
            </a:r>
          </a:p>
          <a:p>
            <a:r>
              <a:rPr lang="en-ZA" dirty="0">
                <a:solidFill>
                  <a:schemeClr val="bg1"/>
                </a:solidFill>
              </a:rPr>
              <a:t>Collaborate with South African creators. </a:t>
            </a:r>
          </a:p>
          <a:p>
            <a:r>
              <a:rPr lang="en-ZA" dirty="0">
                <a:solidFill>
                  <a:schemeClr val="bg1"/>
                </a:solidFill>
              </a:rPr>
              <a:t>Open a pop-up store. </a:t>
            </a:r>
          </a:p>
          <a:p>
            <a:r>
              <a:rPr lang="en-ZA" b="1" dirty="0">
                <a:solidFill>
                  <a:schemeClr val="bg1"/>
                </a:solidFill>
              </a:rPr>
              <a:t>Year 3</a:t>
            </a:r>
            <a:endParaRPr lang="en-ZA" dirty="0">
              <a:solidFill>
                <a:schemeClr val="bg1"/>
              </a:solidFill>
            </a:endParaRPr>
          </a:p>
          <a:p>
            <a:r>
              <a:rPr lang="en-ZA" dirty="0">
                <a:solidFill>
                  <a:schemeClr val="bg1"/>
                </a:solidFill>
              </a:rPr>
              <a:t>Open an online store with nationwide shipping. </a:t>
            </a:r>
          </a:p>
          <a:p>
            <a:r>
              <a:rPr lang="en-ZA" dirty="0">
                <a:solidFill>
                  <a:schemeClr val="bg1"/>
                </a:solidFill>
              </a:rPr>
              <a:t>Expand into </a:t>
            </a:r>
            <a:r>
              <a:rPr lang="en-ZA" dirty="0" err="1">
                <a:solidFill>
                  <a:schemeClr val="bg1"/>
                </a:solidFill>
              </a:rPr>
              <a:t>neighboring</a:t>
            </a:r>
            <a:r>
              <a:rPr lang="en-ZA" dirty="0">
                <a:solidFill>
                  <a:schemeClr val="bg1"/>
                </a:solidFill>
              </a:rPr>
              <a:t> African countries. </a:t>
            </a:r>
          </a:p>
          <a:p>
            <a:r>
              <a:rPr lang="en-ZA" dirty="0">
                <a:solidFill>
                  <a:schemeClr val="bg1"/>
                </a:solidFill>
              </a:rPr>
              <a:t>Secure placements in selected boutiques.</a:t>
            </a:r>
          </a:p>
          <a:p>
            <a:pPr marL="0" indent="0">
              <a:buNone/>
            </a:pP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00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63A2-B5A0-8DC1-4A5A-9839C489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44F8E-BA67-F00D-A24E-9197C5FD1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4115"/>
            <a:ext cx="10515600" cy="4351338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VALOW aims to become a trusted South African streetwear brand. The business will offer </a:t>
            </a:r>
            <a:r>
              <a:rPr lang="en-ZA" b="1" dirty="0">
                <a:solidFill>
                  <a:schemeClr val="bg1"/>
                </a:solidFill>
              </a:rPr>
              <a:t>high-quality, stylish, and affordable clothing</a:t>
            </a:r>
            <a:r>
              <a:rPr lang="en-ZA" dirty="0">
                <a:solidFill>
                  <a:schemeClr val="bg1"/>
                </a:solidFill>
              </a:rPr>
              <a:t>. Limited product drops will help reduce risk and build demand. Growth will be driven by </a:t>
            </a:r>
            <a:r>
              <a:rPr lang="en-ZA" b="1" dirty="0">
                <a:solidFill>
                  <a:schemeClr val="bg1"/>
                </a:solidFill>
              </a:rPr>
              <a:t>good marketing, quality products, and customer satisfaction</a:t>
            </a:r>
            <a:r>
              <a:rPr lang="en-ZA" dirty="0">
                <a:solidFill>
                  <a:schemeClr val="bg1"/>
                </a:solidFill>
              </a:rPr>
              <a:t>. With effective management and continuous improvement, VALOW has strong potential for long-term success and expansion.</a:t>
            </a:r>
          </a:p>
        </p:txBody>
      </p:sp>
    </p:spTree>
    <p:extLst>
      <p:ext uri="{BB962C8B-B14F-4D97-AF65-F5344CB8AC3E}">
        <p14:creationId xmlns:p14="http://schemas.microsoft.com/office/powerpoint/2010/main" val="3133371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731</Words>
  <Application>Microsoft Office PowerPoint</Application>
  <PresentationFormat>Widescreen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Brush Script MT</vt:lpstr>
      <vt:lpstr>Calibri</vt:lpstr>
      <vt:lpstr>Franklin Gothic Heavy</vt:lpstr>
      <vt:lpstr>Freestyle Script</vt:lpstr>
      <vt:lpstr>Office Theme</vt:lpstr>
      <vt:lpstr>VALOW.</vt:lpstr>
      <vt:lpstr>Executive Summary</vt:lpstr>
      <vt:lpstr>Brand Story</vt:lpstr>
      <vt:lpstr>Problem and Solution</vt:lpstr>
      <vt:lpstr>Market Analysis</vt:lpstr>
      <vt:lpstr>Products</vt:lpstr>
      <vt:lpstr>Business Model</vt:lpstr>
      <vt:lpstr>Marketing Strategy</vt:lpstr>
      <vt:lpstr>Marketing Strategy</vt:lpstr>
      <vt:lpstr>Operations Plan</vt:lpstr>
      <vt:lpstr>Growth Strategy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Sikobi</dc:creator>
  <cp:lastModifiedBy>S Sikobi</cp:lastModifiedBy>
  <cp:revision>2</cp:revision>
  <dcterms:created xsi:type="dcterms:W3CDTF">2026-06-28T16:28:18Z</dcterms:created>
  <dcterms:modified xsi:type="dcterms:W3CDTF">2026-07-10T00:54:12Z</dcterms:modified>
</cp:coreProperties>
</file>